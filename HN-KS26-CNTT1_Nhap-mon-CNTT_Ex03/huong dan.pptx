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Giờ tra giá cước mỗi ngày</c:v>
                </c:pt>
              </c:strCache>
            </c:strRef>
          </c:tx>
          <c:spPr>
            <a:solidFill>
              <a:srgbClr val="16324F"/>
            </a:solidFill>
            <a:ln>
              <a:noFill/>
            </a:ln>
          </c:spPr>
          <c:dPt>
            <c:idx val="3"/>
            <c:spPr>
              <a:solidFill>
                <a:srgbClr val="E85D04"/>
              </a:solidFill>
            </c:spPr>
          </c:dPt>
          <c:cat>
            <c:strRef>
              <c:f>Sheet1!$A$2:$A$5</c:f>
              <c:strCache>
                <c:ptCount val="4"/>
                <c:pt idx="0">
                  <c:v>Tuần 1</c:v>
                </c:pt>
                <c:pt idx="1">
                  <c:v>Tuần 2</c:v>
                </c:pt>
                <c:pt idx="2">
                  <c:v>Tuần 3</c:v>
                </c:pt>
                <c:pt idx="3">
                  <c:v>Tuần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11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16324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A6B7B"/>
            </a:solidFill>
          </a:ln>
        </c:spPr>
        <c:txPr>
          <a:bodyPr/>
          <a:lstStyle/>
          <a:p>
            <a:pPr>
              <a:defRPr sz="1300">
                <a:solidFill>
                  <a:srgbClr val="16324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A6B7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13248" y="1051560"/>
            <a:ext cx="1371600" cy="50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17320"/>
            <a:ext cx="94457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85D04"/>
                </a:solidFill>
                <a:latin typeface="Arial"/>
              </a:rPr>
              <a:t>FASTMOVE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6324F"/>
                </a:solidFill>
                <a:latin typeface="Arial"/>
              </a:rPr>
              <a:t>Hướng dẫn shipper nhận đơn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5A6B7B"/>
                </a:solidFill>
                <a:latin typeface="Arial"/>
              </a:rPr>
              <a:t>Tài liệu nội bộ - Phòng vận hành kho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4552" cy="177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B7B"/>
                </a:solidFill>
                <a:latin typeface="Arial"/>
              </a:rPr>
              <a:t>FastMove - Tài liệu nội bộ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82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5D04"/>
                </a:solidFill>
                <a:latin typeface="Arial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Arial"/>
              </a:rPr>
              <a:t>Đơn chỉ được bàn giao khi đi đủ 4 bước nhận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81328"/>
            <a:ext cx="1554480" cy="381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1. </a:t>
            </a:r>
            <a:r>
              <a:rPr sz="1900" b="1">
                <a:solidFill>
                  <a:srgbClr val="16324F"/>
                </a:solidFill>
                <a:latin typeface="Arial"/>
              </a:rPr>
              <a:t>Nhận và quét kiện: </a:t>
            </a:r>
            <a:r>
              <a:rPr sz="1900">
                <a:solidFill>
                  <a:srgbClr val="16324F"/>
                </a:solidFill>
                <a:latin typeface="Arial"/>
              </a:rPr>
              <a:t>đối chiếu số kiện với phiếu đóng gói, kiện hỏng kéo sang khu kiểm tra, không quét đại.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2. </a:t>
            </a:r>
            <a:r>
              <a:rPr sz="1900" b="1">
                <a:solidFill>
                  <a:srgbClr val="16324F"/>
                </a:solidFill>
                <a:latin typeface="Arial"/>
              </a:rPr>
              <a:t>Cân, đo, dán mã vận đơn: </a:t>
            </a:r>
            <a:r>
              <a:rPr sz="1900">
                <a:solidFill>
                  <a:srgbClr val="16324F"/>
                </a:solidFill>
                <a:latin typeface="Arial"/>
              </a:rPr>
              <a:t>mã vận đơn là chìa khoá tra giá cước nên phải dán phẳng, không che ký tự.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3. </a:t>
            </a:r>
            <a:r>
              <a:rPr sz="1900" b="1">
                <a:solidFill>
                  <a:srgbClr val="16324F"/>
                </a:solidFill>
                <a:latin typeface="Arial"/>
              </a:rPr>
              <a:t>Xếp theo tuyến: </a:t>
            </a:r>
            <a:r>
              <a:rPr sz="1900">
                <a:solidFill>
                  <a:srgbClr val="16324F"/>
                </a:solidFill>
                <a:latin typeface="Arial"/>
              </a:rPr>
              <a:t>nội thành, ngoại thành hay tỉnh thì xếp vào đúng khu chờ của tuyến đó.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4. </a:t>
            </a:r>
            <a:r>
              <a:rPr sz="1900" b="1">
                <a:solidFill>
                  <a:srgbClr val="16324F"/>
                </a:solidFill>
                <a:latin typeface="Arial"/>
              </a:rPr>
              <a:t>Bàn giao shipper: </a:t>
            </a:r>
            <a:r>
              <a:rPr sz="1900">
                <a:solidFill>
                  <a:srgbClr val="16324F"/>
                </a:solidFill>
                <a:latin typeface="Arial"/>
              </a:rPr>
              <a:t>quét lô trên app, soát mã với danh sách rồi mới ký nhận điện tử.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77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B7B"/>
                </a:solidFill>
                <a:latin typeface="Arial"/>
              </a:rPr>
              <a:t>FastMove - Tài liệu nội bộ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5D04"/>
                </a:solidFill>
                <a:latin typeface="Arial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Arial"/>
              </a:rPr>
              <a:t>Thấy "Không tìm thấy" thì dừng tay, gọi quầy kho kiểm tra lại mã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81328"/>
            <a:ext cx="1554480" cy="381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1. </a:t>
            </a:r>
            <a:r>
              <a:rPr sz="1900" b="1">
                <a:solidFill>
                  <a:srgbClr val="16324F"/>
                </a:solidFill>
                <a:latin typeface="Arial"/>
              </a:rPr>
              <a:t>Nguyên nhân: </a:t>
            </a:r>
            <a:r>
              <a:rPr sz="1900">
                <a:solidFill>
                  <a:srgbClr val="16324F"/>
                </a:solidFill>
                <a:latin typeface="Arial"/>
              </a:rPr>
              <a:t>mã vận đơn có ký tự lạ như thừa dấu cách, dính dấu @, nhầm chữ O với số 0 thì dò không ra giá.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2. </a:t>
            </a:r>
            <a:r>
              <a:rPr sz="1900" b="1">
                <a:solidFill>
                  <a:srgbClr val="16324F"/>
                </a:solidFill>
                <a:latin typeface="Arial"/>
              </a:rPr>
              <a:t>Trên file Excel: </a:t>
            </a:r>
            <a:r>
              <a:rPr sz="1900">
                <a:solidFill>
                  <a:srgbClr val="16324F"/>
                </a:solidFill>
                <a:latin typeface="Arial"/>
              </a:rPr>
              <a:t>hàm IFERROR cho hiện chữ Không tìm thấy thay vì lỗi #N/A nên nhìn vào là biết đơn lệch.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3. </a:t>
            </a:r>
            <a:r>
              <a:rPr sz="1900" b="1">
                <a:solidFill>
                  <a:srgbClr val="16324F"/>
                </a:solidFill>
                <a:latin typeface="Arial"/>
              </a:rPr>
              <a:t>Không tự đoán giá: </a:t>
            </a:r>
            <a:r>
              <a:rPr sz="1900">
                <a:solidFill>
                  <a:srgbClr val="16324F"/>
                </a:solidFill>
                <a:latin typeface="Arial"/>
              </a:rPr>
              <a:t>mang kiện sang quầy kiểm tra mã để sửa tại nguồn, xong để công thức tự tính lại.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85D04"/>
                </a:solidFill>
                <a:latin typeface="Arial"/>
              </a:rPr>
              <a:t>4. </a:t>
            </a:r>
            <a:r>
              <a:rPr sz="1900" b="1">
                <a:solidFill>
                  <a:srgbClr val="16324F"/>
                </a:solidFill>
                <a:latin typeface="Arial"/>
              </a:rPr>
              <a:t>Giữ bảng sạch: </a:t>
            </a:r>
            <a:r>
              <a:rPr sz="1900">
                <a:solidFill>
                  <a:srgbClr val="16324F"/>
                </a:solidFill>
                <a:latin typeface="Arial"/>
              </a:rPr>
              <a:t>cấm gộp ô và cấm chèn dòng trống giữa dữ liệu, làm vậy là VLOOKUP dò lệch.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77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B7B"/>
                </a:solidFill>
                <a:latin typeface="Arial"/>
              </a:rPr>
              <a:t>FastMove - Tài liệu nội bộ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5D04"/>
                </a:solidFill>
                <a:latin typeface="Arial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Arial"/>
              </a:rPr>
              <a:t>Tra cứu tự động cắt thời gian chờ từ 16 giờ xuống còn 1 giờ mỗi ngày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81328"/>
            <a:ext cx="1554480" cy="381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94560" y="1874519"/>
          <a:ext cx="7772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94560" y="57607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A6B7B"/>
                </a:solidFill>
                <a:latin typeface="Arial"/>
              </a:rPr>
              <a:t>Thời gian cả kho tốn để tra giá cước mỗi ngày (giờ) - cột cam là tuần hoàn tất file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4552" cy="177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B7B"/>
                </a:solidFill>
                <a:latin typeface="Arial"/>
              </a:rPr>
              <a:t>FastMove - Tài liệu nội bộ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82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5D04"/>
                </a:solidFill>
                <a:latin typeface="Arial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Arial"/>
              </a:rPr>
              <a:t>Shipper chỉ cần nhớ 3 điều khi nhận đơn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81328"/>
            <a:ext cx="1554480" cy="381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85D04"/>
                </a:solidFill>
                <a:latin typeface="Arial"/>
              </a:rPr>
              <a:t>1. </a:t>
            </a:r>
            <a:r>
              <a:rPr sz="2000" b="1">
                <a:solidFill>
                  <a:srgbClr val="16324F"/>
                </a:solidFill>
                <a:latin typeface="Arial"/>
              </a:rPr>
              <a:t>Quét mã trước khi ký: </a:t>
            </a:r>
            <a:r>
              <a:rPr sz="2000">
                <a:solidFill>
                  <a:srgbClr val="16324F"/>
                </a:solidFill>
                <a:latin typeface="Arial"/>
              </a:rPr>
              <a:t>mã in rõ ràng, đủ ký tự thì mới nhận kiện về tay.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85D04"/>
                </a:solidFill>
                <a:latin typeface="Arial"/>
              </a:rPr>
              <a:t>2. </a:t>
            </a:r>
            <a:r>
              <a:rPr sz="2000" b="1">
                <a:solidFill>
                  <a:srgbClr val="16324F"/>
                </a:solidFill>
                <a:latin typeface="Arial"/>
              </a:rPr>
              <a:t>Thấy Không tìm thấy thì dừng: </a:t>
            </a:r>
            <a:r>
              <a:rPr sz="2000">
                <a:solidFill>
                  <a:srgbClr val="16324F"/>
                </a:solidFill>
                <a:latin typeface="Arial"/>
              </a:rPr>
              <a:t>gọi quầy kho kiểm tra mã, tuyệt đối không tự điền giá.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85D04"/>
                </a:solidFill>
                <a:latin typeface="Arial"/>
              </a:rPr>
              <a:t>3. </a:t>
            </a:r>
            <a:r>
              <a:rPr sz="2000" b="1">
                <a:solidFill>
                  <a:srgbClr val="16324F"/>
                </a:solidFill>
                <a:latin typeface="Arial"/>
              </a:rPr>
              <a:t>Chỉ tin giá từ file Excel: </a:t>
            </a:r>
            <a:r>
              <a:rPr sz="2000">
                <a:solidFill>
                  <a:srgbClr val="16324F"/>
                </a:solidFill>
                <a:latin typeface="Arial"/>
              </a:rPr>
              <a:t>không nhớ miệng, không hỏi nhau, mọi thắc mắc giá cước tra lại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77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B7B"/>
                </a:solidFill>
                <a:latin typeface="Arial"/>
              </a:rPr>
              <a:t>FastMove - Tài liệu nội bộ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5D04"/>
                </a:solidFill>
                <a:latin typeface="Arial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Huong dan shipper nhan don - FastMove</dc:title>
  <dc:subject/>
  <dc:creator>Tran Manh Hoa</dc:creator>
  <cp:keywords/>
  <dc:description>generated using python-pptx</dc:description>
  <cp:lastModifiedBy>Tran Manh Hoa</cp:lastModifiedBy>
  <cp:revision>1</cp:revision>
  <dcterms:created xsi:type="dcterms:W3CDTF">2013-01-27T09:14:16Z</dcterms:created>
  <dcterms:modified xsi:type="dcterms:W3CDTF">2013-01-27T09:15:58Z</dcterms:modified>
  <cp:category/>
</cp:coreProperties>
</file>
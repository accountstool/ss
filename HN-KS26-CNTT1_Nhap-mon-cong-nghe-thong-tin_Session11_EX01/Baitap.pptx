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0" r:id="rId2"/>
    <p:sldId id="262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52EDD0-9CCF-125F-63A1-44BDD5F42966}" v="118" dt="2026-10-26T02:56:45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6T07:55:01.9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4757 4979 16383 0 0,'-4'-1'0'0'0,"-6"-1"0"0"0,0 4 0 0 0,1 18 0 0 0,1 31 0 0 0,4 34 0 0 0,1 29 0 0 0,0 17 0 0 0,-3 1 0 0 0,-4-10 0 0 0,-1-20 0 0 0,-2-27 0 0 0,0-25 0 0 0,1-22 0 0 0,0-16 0 0 0,0-14 0 0 0,1-11 0 0 0,0-10 0 0 0,2-8 0 0 0,3-6 0 0 0,3-4 0 0 0,1 0 0 0 0,1 0 0 0 0,1-1 0 0 0,0-2 0 0 0,1-3 0 0 0,-1-3 0 0 0,1-4 0 0 0,-1-3 0 0 0,-1-8 0 0 0,-3-6 0 0 0,-1-4 0 0 0,-2 1 0 0 0,-1 3 0 0 0,-1 8 0 0 0,-1 10 0 0 0,0 11 0 0 0,-1 10 0 0 0,1 9 0 0 0,0 7 0 0 0,1 4 0 0 0,1 5 0 0 0,0 4 0 0 0,2 4 0 0 0,2 10 0 0 0,1 12 0 0 0,2 11 0 0 0,3 7 0 0 0,2 3 0 0 0,4-3 0 0 0,1-5 0 0 0,2-5 0 0 0,0-7 0 0 0,2-6 0 0 0,3-4 0 0 0,2-4 0 0 0,10-2 0 0 0,19-1 0 0 0,24 2 0 0 0,23 2 0 0 0,15-1 0 0 0,8 1 0 0 0,1-3 0 0 0,-5-2 0 0 0,-8-2 0 0 0,-13-2 0 0 0,-15-1 0 0 0,-15-1 0 0 0,-16 0 0 0 0,-15-1 0 0 0,-19-1 0 0 0,-28-6 0 0 0,-47-11 0 0 0,-60-11 0 0 0,-57-8 0 0 0,-32-2 0 0 0,4 4 0 0 0,30 9 0 0 0,46 9 0 0 0,44 9 0 0 0,45 10 0 0 0,46 14 0 0 0,63 28 0 0 0,74 37 0 0 0,69 30 0 0 0,86 21 0 0 0,75 9 0 0 0,29-11 0 0 0,-12-23 0 0 0,-46-29 0 0 0,-66-28 0 0 0,-73-23 0 0 0,-67-15 0 0 0,-56-11 0 0 0,-41-8 0 0 0,-28-5 0 0 0,-21-5 0 0 0,-27-7 0 0 0,-48-10 0 0 0,-72-6 0 0 0,-78-3 0 0 0,-63 6 0 0 0,-28 10 0 0 0,11 10 0 0 0,46 11 0 0 0,61 10 0 0 0,66 6 0 0 0,56 3 0 0 0,44 0 0 0 0,31 1 0 0 0,32 4 0 0 0,42 7 0 0 0,57 13 0 0 0,68 11 0 0 0,65 0 0 0 0,43-9 0 0 0,3-10 0 0 0,-30-11 0 0 0,-54-8 0 0 0,-60-6 0 0 0,-54-6 0 0 0,-45-4 0 0 0,-33-1 0 0 0,-35-3 0 0 0,-51-5 0 0 0,-84-8 0 0 0,-107-8 0 0 0,-97-1 0 0 0,-57 5 0 0 0,-17 6 0 0 0,25 8 0 0 0,57 5 0 0 0,73 5 0 0 0,77 2 0 0 0,71 2 0 0 0,56 0 0 0 0,49 0 0 0 0,50 1 0 0 0,74-5 0 0 0,155-24 0 0 0,164-36 0 0 0,75-22 0 0 0,6-11 0 0 0,-57 2 0 0 0,-90 14 0 0 0,-103 18 0 0 0,-91 20 0 0 0,-74 15 0 0 0,-55 12 0 0 0,-47 7 0 0 0,-57 2 0 0 0,-71-4 0 0 0,-72-10 0 0 0,-72-9 0 0 0,-54-9 0 0 0,-15 1 0 0 0,30 5 0 0 0,59 10 0 0 0,72 7 0 0 0,70 7 0 0 0,61 4 0 0 0,56 6 0 0 0,73 7 0 0 0,89 6 0 0 0,91 8 0 0 0,77 2 0 0 0,39-2 0 0 0,3-5 0 0 0,-33-6 0 0 0,-60-5 0 0 0,-68-3 0 0 0,-67-3 0 0 0,-54-2 0 0 0,-41-4 0 0 0,-31 0 0 0 0,-33 0 0 0 0,-59-3 0 0 0,-105-1 0 0 0,-144 0 0 0 0,-135 3 0 0 0,-79 5 0 0 0,-8 14 0 0 0,63 11 0 0 0,105 8 0 0 0,116 0 0 0 0,104-3 0 0 0,80-6 0 0 0,60-5 0 0 0,53-5 0 0 0,55 1 0 0 0,64 1 0 0 0,80 1 0 0 0,74-2 0 0 0,51-4 0 0 0,22-3 0 0 0,-11-4 0 0 0,-34-1 0 0 0,-52-2 0 0 0,-61-2 0 0 0,-63-3 0 0 0,-54-2 0 0 0,-45-1 0 0 0,-38 1 0 0 0,-37 1 0 0 0,-49 2 0 0 0,-62 1 0 0 0,-72 2 0 0 0,-64 0 0 0 0,-34 1 0 0 0,6 1 0 0 0,43-1 0 0 0,57 0 0 0 0,60 1 0 0 0,53 2 0 0 0,45 0 0 0 0,48 1 0 0 0,60-1 0 0 0,64-1 0 0 0,63-1 0 0 0,54 0 0 0 0,29-1 0 0 0,-7-1 0 0 0,-34-4 0 0 0,-53-3 0 0 0,-54-2 0 0 0,-52 2 0 0 0,-62 1 0 0 0,-97 3 0 0 0,-127 2 0 0 0,-117 11 0 0 0,-75 12 0 0 0,-18 8 0 0 0,39 1 0 0 0,74-3 0 0 0,87-6 0 0 0,80-7 0 0 0,65-3 0 0 0,53-3 0 0 0,56-1 0 0 0,78 2 0 0 0,100-1 0 0 0,124-2 0 0 0,108-2 0 0 0,57-7 0 0 0,6-14 0 0 0,-51-11 0 0 0,-90-3 0 0 0,-106 2 0 0 0,-95 5 0 0 0,-80 6 0 0 0,-65 2 0 0 0,-80-4 0 0 0,-100-9 0 0 0,-99-9 0 0 0,-84 0 0 0 0,-48 6 0 0 0,3 8 0 0 0,46 8 0 0 0,70 8 0 0 0,72 5 0 0 0,68 5 0 0 0,53 4 0 0 0,41 2 0 0 0,28 1 0 0 0,28 1 0 0 0,38 3 0 0 0,68 4 0 0 0,112 4 0 0 0,154 2 0 0 0,160 0 0 0 0,133-5 0 0 0,77-8 0 0 0,2-15 0 0 0,-61-22 0 0 0,-91-19 0 0 0,-107-13 0 0 0,-113-2 0 0 0,-112 8 0 0 0,-100 12 0 0 0,-80 14 0 0 0,-67 9 0 0 0,-82 5 0 0 0,-142 2 0 0 0,-222-2 0 0 0,-266 1 0 0 0,-169 3 0 0 0,-49 10 0 0 0,30 17 0 0 0,123 13 0 0 0,169 9 0 0 0,177 2 0 0 0,159-5 0 0 0,132-8 0 0 0,118-4 0 0 0,128-1 0 0 0,159-1 0 0 0,184-4 0 0 0,156-6 0 0 0,95-4 0 0 0,29-5 0 0 0,-52-6 0 0 0,-119-8 0 0 0,-149-5 0 0 0,-146 0 0 0 0,-123 3 0 0 0,-93 2 0 0 0,-68 4 0 0 0,-64 3 0 0 0,-105 2 0 0 0,-161 1 0 0 0,-203 0 0 0 0,-156 11 0 0 0,-49 27 0 0 0,34 27 0 0 0,102 14 0 0 0,139 2 0 0 0,144-10 0 0 0,122-14 0 0 0,92-16 0 0 0,64-16 0 0 0,53-8 0 0 0,67-4 0 0 0,93 3 0 0 0,119 4 0 0 0,123 2 0 0 0,82-2 0 0 0,21-5 0 0 0,-27-5 0 0 0,-75-4 0 0 0,-100-3 0 0 0,-102-3 0 0 0,-89-2 0 0 0,-70-2 0 0 0,-62-1 0 0 0,-76-3 0 0 0,-79-4 0 0 0,-67-4 0 0 0,-40 0 0 0 0,0 0 0 0 0,33 3 0 0 0,49 4 0 0 0,49 2-16383 0 0,46 2 16383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6T07:55:01.9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10081 5216 16383 0 0,'2'0'0'0'0,"5"0"0"0"0,12 0 0 0 0,8 0 0 0 0,6 0 0 0 0,4 0 0 0 0,0 0 0 0 0,-2 0 0 0 0,-1 0 0 0 0,7 0 0 0 0,13 0 0 0 0,18 0 0 0 0,15 0 0 0 0,10 0 0 0 0,0 0 0 0 0,-7 0 0 0 0,-12 0 0 0 0,-15 0 0 0 0,-13 0 0 0 0,-11 0 0 0 0,-13 0 0 0 0,-14 0 0 0 0,-17 0 0 0 0,-19 0 0 0 0,-32 2 0 0 0,-54 5 0 0 0,-63 9 0 0 0,-51 7 0 0 0,-21 2 0 0 0,17 1 0 0 0,42-3 0 0 0,51-4 0 0 0,49-4 0 0 0,40-2 0 0 0,32-5 0 0 0,28-2 0 0 0,30-2 0 0 0,39 1 0 0 0,44 0 0 0 0,47-1 0 0 0,49-2 0 0 0,35 0 0 0 0,12-2 0 0 0,-23 0 0 0 0,-40-2 0 0 0,-51-5 0 0 0,-49-4 0 0 0,-43-3 0 0 0,-32-2 0 0 0,-27-1 0 0 0,-23-3 0 0 0,-46-12 0 0 0,-32-3 0 0 0,-12-1 0 0 0,4 6 0 0 0,15 7 0 0 0,20 8 0 0 0,23 8 0 0 0,21 6 0 0 0,20 5 0 0 0,21 3 0 0 0,32 3 0 0 0,37 6 0 0 0,36 4 0 0 0,19 0 0 0 0,0-1 0 0 0,-16-4 0 0 0,-29-3 0 0 0,-32-4 0 0 0,-52-3 0 0 0,-96-3 0 0 0,-141-1 0 0 0,-140-1 0 0 0,-104 0 0 0 0,-62-1 0 0 0,-6 4 0 0 0,39 10 0 0 0,63 12 0 0 0,72 11 0 0 0,70 5 0 0 0,69 0 0 0 0,66-6 0 0 0,58-10 0 0 0,50-8 0 0 0,42-7 0 0 0,44-6 0 0 0,50-3 0 0 0,65-2 0 0 0,68 0 0 0 0,64-4 0 0 0,56-9 0 0 0,25-9 0 0 0,-14-6 0 0 0,-50 0 0 0 0,-71 3 0 0 0,-70 5 0 0 0,-62 6 0 0 0,-53 5 0 0 0,-49 5 0 0 0,-66 3 0 0 0,-106 1 0 0 0,-150 5 0 0 0,-134 11 0 0 0,-75 15 0 0 0,-16 15 0 0 0,48 9 0 0 0,84 2 0 0 0,90-8 0 0 0,80-12 0 0 0,60-12 0 0 0,43-10 0 0 0,32-7 0 0 0,26-5 0 0 0,28-3 0 0 0,34-1 0 0 0,44-1 0 0 0,56 1 0 0 0,84 1 0 0 0,91 0 0 0 0,71 0 0 0 0,41 1 0 0 0,-1 0 0 0 0,-42 0 0 0 0,-67 0 0 0 0,-71 0 0 0 0,-66-1 0 0 0,-50-1 0 0 0,-37-2 0 0 0,-24-2 0 0 0,-16-1 0 0 0,-11-2 0 0 0,-17-3 0 0 0,-30-4 0 0 0,-54-7 0 0 0,-60-6 0 0 0,-54-4 0 0 0,-29 2 0 0 0,1 5 0 0 0,28 8 0 0 0,40 7 0 0 0,40 4 0 0 0,28 5 0 0 0,15 2 0 0 0,0 1 0 0 0,-8 0 0 0 0,-22 1 0 0 0,-44-1 0 0 0,-52 0 0 0 0,-35-1 0 0 0,-11 0 0 0 0,21 1 0 0 0,47-1 0 0 0,61-1 0 0 0,60 1 0 0 0,51 0 0 0 0,39 0 0 0 0,30 0 0 0 0,34 0 0 0 0,39-1 0 0 0,37-7 0 0 0,38-15 0 0 0,34-19 0 0 0,23-17 0 0 0,11-13 0 0 0,-4-3 0 0 0,-22 3 0 0 0,-31 9 0 0 0,-31 13 0 0 0,-20 14 0 0 0,-9 9 0 0 0,1 7 0 0 0,5 5 0 0 0,-2 3 0 0 0,-12 4 0 0 0,-17 0 0 0 0,-19 2 0 0 0,-20 2 0 0 0,-12 2 0 0 0,-4 1 0 0 0,8-1 0 0 0,17-3 0 0 0,21-5 0 0 0,16-5 0 0 0,9-1 0 0 0,-1 0 0 0 0,-3 1 0 0 0,-4 1 0 0 0,-4 3 0 0 0,-8 1 0 0 0,-7 1 0 0 0,-9 0 0 0 0,-10 2 0 0 0,-10 3 0 0 0,-8 1 0 0 0,-6 1 0 0 0,-4 2 0 0 0,-3 0 0 0 0,-3 0 0 0 0,-4 0 0 0 0,-7 1 0 0 0,-8-1 0 0 0,-13 0 0 0 0,-19 0 0 0 0,-18 3 0 0 0,-24 6 0 0 0,-31 7 0 0 0,-39 13 0 0 0,-35 16 0 0 0,-28 12 0 0 0,-6 4 0 0 0,10 0 0 0 0,21-6 0 0 0,31-10 0 0 0,30-11 0 0 0,32-12 0 0 0,25-10 0 0 0,19-6 0 0 0,13-5 0 0 0,9-2 0 0 0,5-1 0 0 0,3 0 0 0 0,6 2 0 0 0,8 2 0 0 0,12 3 0 0 0,13 1 0 0 0,13 0 0 0 0,17 2 0 0 0,21-2 0 0 0,20 1 0 0 0,19 1 0 0 0,31 1 0 0 0,2 0 0 0 0,-20-1 0 0 0,-28-2 0 0 0,-29-2 0 0 0,-24-1 0 0 0,-21-2 0 0 0,-14-1 0 0 0,-9 0 0 0 0,-5-1 0 0 0,-4 1 0 0 0,-8 0 0 0 0,-16-3 0 0 0,-25-3 0 0 0,-37-5 0 0 0,-39-4 0 0 0,-25-1 0 0 0,-7-1 0 0 0,12 2 0 0 0,23 4 0 0 0,28 2 0 0 0,26 4 0 0 0,24 3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6T07:55:01.9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4737 4885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6T07:55:01.9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3895 4686 16383 0 0,'1'0'0'0'0,"23"0"0"0"0,43 0 0 0 0,50 0 0 0 0,53 0 0 0 0,40 0 0 0 0,29 0 0 0 0,23 0 0 0 0,41 10 0 0 0,53 24 0 0 0,28 27 0 0 0,4 21 0 0 0,-7 16 0 0 0,-18 11 0 0 0,-23 3 0 0 0,-25-4 0 0 0,-31-8 0 0 0,-36-13 0 0 0,-41-15 0 0 0,-40-15 0 0 0,-38-13 0 0 0,-33-12 0 0 0,-28-9 0 0 0,-22-7 0 0 0,-16-5 0 0 0,-14-3 0 0 0,-8 0 0 0 0,-6-2 0 0 0,-2-2 0 0 0,-5-1-16383 0 0,-1-1 16383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6T07:55:01.9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8874 7113 16383 0 0,'0'1'0'0'0,"0"0"0"0"0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6T07:55:01.9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5650 5918 16383 0 0,'-1'0'0'0'0,"0"0"0"0"0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6T07:55:01.9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4878 5665 16383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6T07:55:01.9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4830 4846 16383 0 0,'0'0'0'0'0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6T07:55:01.9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4166 5547 16383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6T07:55:01.9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4574 5546 16383 0 0,'1'0'0'0'0,"0"0"0"0"0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6T07:55:01.9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4579 5546 16383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6T07:55:01.9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4579 5546 16383 0 0,'0'0'0'0'0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6T07:55:01.9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4579 5546 16383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6T07:55:01.9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4579 5546 16383 0 0,'0'0'0'0'0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6T07:55:01.9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4579 5546 16383 0 0,'0'0'0'0'0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6T07:55:01.9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4579 5546 16383 0 0,'0'0'0'0'0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6T07:55:01.9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4579 5546 16383 0 0,'0'0'0'0'0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6T07:55:01.9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6120 11111 16383 0 0,'0'0'0'0'0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6T07:55:01.9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21192 9803 16383 0 0,'0'0'0'0'0,"4"0"0"0"0,10 0 0 0 0,19 0 0 0 0,20 0 0 0 0,12 0 0 0 0,9 0 0 0 0,1 0 0 0 0,-3 0 0 0 0,2 3 0 0 0,-4 1 0 0 0,-5 3 0 0 0,-9 1 0 0 0,-7 2 0 0 0,-6 0 0 0 0,-3 1 0 0 0,1 1 0 0 0,5 1 0 0 0,6 1 0 0 0,6 1 0 0 0,2 1 0 0 0,-3 0 0 0 0,-7-3 0 0 0,-9-3 0 0 0,-9-2 0 0 0,-9-3 0 0 0,-6-2 0 0 0,-5-2 0 0 0,-4 0 0 0 0,1-2 0 0 0,0 1 0 0 0,1-1 0 0 0,1 1 0 0 0,0-1 0 0 0,-1 1 0 0 0,1 0 0 0 0,-2-1 0 0 0,-1-3 0 0 0,-3-2 0 0 0,-1-3 0 0 0,-3-1 0 0 0,-4 0 0 0 0,-4 0 0 0 0,-5 1 0 0 0,-3-1 0 0 0,-3 1 0 0 0,0-1 0 0 0,-1 0 0 0 0,2 2 0 0 0,2 0 0 0 0,1 1 0 0 0,1 0 0 0 0,2 1 0 0 0,1 0 0 0 0,1 1 0 0 0,1 0 0 0 0,0 1 0 0 0,2 0 0 0 0,-2 0 0 0 0,-2-1 0 0 0,-1-2 0 0 0,-1 1 0 0 0,-1 0 0 0 0,0 1 0 0 0,0 2 0 0 0,0 1 0 0 0,-2 0 0 0 0,-3 0 0 0 0,-5-1 0 0 0,-5 1 0 0 0,-4 0 0 0 0,-2 1 0 0 0,-2 0 0 0 0,0 1 0 0 0,2 0 0 0 0,0 0 0 0 0,3 0 0 0 0,3 0 0 0 0,2 0 0 0 0,1 0 0 0 0,1 0 0 0 0,0 0 0 0 0,-1 0 0 0 0,1 0 0 0 0,-1 0 0 0 0,2 0 0 0 0,1 0 0 0 0,3 0 0 0 0,0 0 0 0 0,3 0 0 0 0,0 0 0 0 0,-1 0 0 0 0,0 0 0 0 0,-1 0 0 0 0,0 0 0 0 0,-1 0 0 0 0,1 0 0 0 0,1 0 0 0 0,1 0 0 0 0,3 0 0 0 0,2 1 0 0 0,3 2 0 0 0,1 3 0 0 0,1 0 0 0 0,1 2 0 0 0,0 0 0 0 0,1 1 0 0 0,-1 0 0 0 0,1 0 0 0 0,-1-1 0 0 0,-1 0 0 0 0,-1 2 0 0 0,1 0 0 0 0,2 1 0 0 0,0-1 0 0 0,1 0 0 0 0,1 0 0 0 0,0 0 0 0 0,0-1 0 0 0,-1-1 0 0 0,1 0 0 0 0,0 0 0 0 0,0-1 0 0 0,-1 0 0 0 0,0 0 0 0 0,0-1 0 0 0,-1-1 0 0 0,-1 0 0 0 0,-1-1 0 0 0,-1 1 0 0 0,-2 0 0 0 0,0 1 0 0 0,-1 1 0 0 0,3 1 0 0 0,1 1 0 0 0,2-1 0 0 0,0 2 0 0 0,1-1 0 0 0,2 0 0 0 0,0 1 0 0 0,0 0 0 0 0,1 1 0 0 0,0 2 0 0 0,1 3 0 0 0,-1 0 0 0 0,0-1 0 0 0,0-1 0 0 0,0-1 0 0 0,0-1 0 0 0,0-1 0 0 0,0-1 0 0 0,0-1 0 0 0,0 0 0 0 0,0-1 0 0 0,0 1 0 0 0,0 1 0 0 0,0 0 0 0 0,0 0 0 0 0,0 0 0 0 0,1 0 0 0 0,1-1 0 0 0,2 0 0 0 0,2-1 0 0 0,2 0 0 0 0,4 0 0 0 0,3 0 0 0 0,4 2 0 0 0,7 2 0 0 0,8 1 0 0 0,6 0 0 0 0,2 0 0 0 0,1-2 0 0 0,-2-2 0 0 0,-3-1 0 0 0,-4-3 0 0 0,-3-2 0 0 0,-1-1 0 0 0,0-2 0 0 0,2 0 0 0 0,3 0 0 0 0,1 0 0 0 0,1-1 0 0 0,2 1 0 0 0,3 0 0 0 0,4 0 0 0 0,3-1 0 0 0,0-1 0 0 0,-5-2 0 0 0,-5-1 0 0 0,-6 0 0 0 0,-4-1 0 0 0,-7-1 0 0 0,-7-1 0 0 0,-5-2 0 0 0,-6-3 0 0 0,-2-2 0 0 0,-4 0 0 0 0,-5 0 0 0 0,-7-1 0 0 0,-8 0 0 0 0,-3 0 0 0 0,-3 2 0 0 0,-2 3 0 0 0,-5 2 0 0 0,-4 0 0 0 0,-7 0 0 0 0,-3-2 0 0 0,-1 0 0 0 0,1 2 0 0 0,6 1 0 0 0,5 2 0 0 0,5 1 0 0 0,5 2 0 0 0,5 1 0 0 0,4 1 0 0 0,5 0 0 0 0,3-1 0 0 0,4-2 0 0 0,2-1 0 0 0,2-1 0 0 0,1-1 0 0 0,-2-1 0 0 0,-3 0 0 0 0,-2-2 0 0 0,-2-1 0 0 0,-1 0 0 0 0,1-1 0 0 0,2-1 0 0 0,5 3 0 0 0,7 2 0 0 0,6 3 0 0 0,5 3 0 0 0,4 0 0 0 0,4 2 0 0 0,2 1 0 0 0,3-3 0 0 0,6-3 0 0 0,5-3 0 0 0,3-4 0 0 0,1-2 0 0 0,-3 0 0 0 0,-4 0 0 0 0,-7 1 0 0 0,-3 1 0 0 0,-5 0 0 0 0,-3 2 0 0 0,-2 1 0 0 0,-2 0 0 0 0,-2 1 0 0 0,1 0 0 0 0,-2 0 0 0 0,1-2 0 0 0,0-1 0 0 0,-1 0 0 0 0,1 0 0 0 0,0 1 0 0 0,1-2 0 0 0,2 0 0 0 0,3-1 0 0 0,1 0 0 0 0,1 0 0 0 0,3 0 0 0 0,0 0 0 0 0,2 0 0 0 0,0 1 0 0 0,-3 0 0 0 0,-1 2 0 0 0,0-1 0 0 0,-1 1 0 0 0,0 2 0 0 0,-3 0 0 0 0,-3 1 0 0 0,-2 3 0 0 0,-4 3 0 0 0,-2 5 0 0 0,-3 4 0 0 0,-1 3 0 0 0,-1 3 0 0 0,-1 2 0 0 0,1 1 0 0 0,-1 0 0 0 0,1 0 0 0 0,-1-1 0 0 0,0-1 0 0 0,-1-2 0 0 0,0-2 0 0 0,0 1 0 0 0,1 1 0 0 0,0 2 0 0 0,0 1 0 0 0,0 0 0 0 0,1-1 0 0 0,0 0 0 0 0,-2 0 0 0 0,-1-1 0 0 0,1 0 0 0 0,0 0 0 0 0,0 0 0 0 0,2 1 0 0 0,-1 0 0 0 0,1 2 0 0 0,0 0 0 0 0,0 1 0 0 0,0-1 0 0 0,0 1 0 0 0,0-1 0 0 0,0 0 0 0 0,0 1 0 0 0,0-1 0 0 0,-1 2 0 0 0,1 1 0 0 0,0 0 0 0 0,0 0 0 0 0,0-2 0 0 0,0-2 0 0 0,0 0 0 0 0,0-2 0 0 0,0-1 0 0 0,0-2 0 0 0,0-5 0 0 0,1-5 0 0 0,2-9 0 0 0,-1-12 0 0 0,2-13 0 0 0,1-12 0 0 0,0-6 0 0 0,0-3 0 0 0,1 2 0 0 0,-1 5 0 0 0,1 7 0 0 0,-1 5 0 0 0,1 6 0 0 0,-1 4 0 0 0,0 4 0 0 0,-1 2 0 0 0,0 6 0 0 0,2 4 0 0 0,-1 5 0 0 0,0 4 0 0 0,-1 4 0 0 0,-1 4 0 0 0,-2 5 0 0 0,0 2 0 0 0,-1 1 0 0 0,0 2 0 0 0,0 0 0 0 0,0 0 0 0 0,0-1 0 0 0,-1-1 0 0 0,2-1 0 0 0,1 0 0 0 0,1-2 0 0 0,0 1 0 0 0,2 1 0 0 0,0 0 0 0 0,1 0 0 0 0,1-4-16383 0 0,0-2 16383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05163-504E-40B2-840B-F060A2305006}" type="datetimeFigureOut">
              <a:t>26/10/2026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BF095-DEB5-467B-864C-C4E578E39F8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7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Số liệu minh họa dùng cho bài thực hành PayKX tháng 05/2024.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Số liệu minh họa dùng cho bài thực hành PayKX tháng 05/2024.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customXml" Target="../ink/ink10.xml"/><Relationship Id="rId26" Type="http://schemas.openxmlformats.org/officeDocument/2006/relationships/customXml" Target="../ink/ink18.xml"/><Relationship Id="rId3" Type="http://schemas.openxmlformats.org/officeDocument/2006/relationships/customXml" Target="../ink/ink1.xml"/><Relationship Id="rId21" Type="http://schemas.openxmlformats.org/officeDocument/2006/relationships/customXml" Target="../ink/ink13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9.xml"/><Relationship Id="rId25" Type="http://schemas.openxmlformats.org/officeDocument/2006/relationships/customXml" Target="../ink/ink17.xml"/><Relationship Id="rId2" Type="http://schemas.openxmlformats.org/officeDocument/2006/relationships/image" Target="../media/image1.png"/><Relationship Id="rId16" Type="http://schemas.openxmlformats.org/officeDocument/2006/relationships/customXml" Target="../ink/ink8.xml"/><Relationship Id="rId20" Type="http://schemas.openxmlformats.org/officeDocument/2006/relationships/customXml" Target="../ink/ink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customXml" Target="../ink/ink16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5.xml"/><Relationship Id="rId28" Type="http://schemas.openxmlformats.org/officeDocument/2006/relationships/image" Target="../media/image8.png"/><Relationship Id="rId10" Type="http://schemas.openxmlformats.org/officeDocument/2006/relationships/image" Target="../media/image5.png"/><Relationship Id="rId19" Type="http://schemas.openxmlformats.org/officeDocument/2006/relationships/customXml" Target="../ink/ink11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customXml" Target="../ink/ink14.xml"/><Relationship Id="rId27" Type="http://schemas.openxmlformats.org/officeDocument/2006/relationships/customXml" Target="../ink/ink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D178C5-F959-51A1-7401-7E27B4CAC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16"/>
            <a:ext cx="12192000" cy="68413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BF1456A-50A8-3524-80B6-6B6FD7C87690}"/>
                  </a:ext>
                </a:extLst>
              </p14:cNvPr>
              <p14:cNvContentPartPr/>
              <p14:nvPr/>
            </p14:nvContentPartPr>
            <p14:xfrm>
              <a:off x="1367748" y="1446850"/>
              <a:ext cx="2909977" cy="411635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BF1456A-50A8-3524-80B6-6B6FD7C876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0110" y="1429219"/>
                <a:ext cx="2945614" cy="4472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1F171C5-6E44-2C26-B00B-8E988711CDD7}"/>
                  </a:ext>
                </a:extLst>
              </p14:cNvPr>
              <p14:cNvContentPartPr/>
              <p14:nvPr/>
            </p14:nvContentPartPr>
            <p14:xfrm>
              <a:off x="1356456" y="1417870"/>
              <a:ext cx="2821342" cy="357909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1F171C5-6E44-2C26-B00B-8E988711CDD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3824" y="1355281"/>
                <a:ext cx="2946967" cy="483447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6E9E7C9-25F9-212C-8994-8D9426529CE3}"/>
              </a:ext>
            </a:extLst>
          </p:cNvPr>
          <p:cNvSpPr txBox="1"/>
          <p:nvPr/>
        </p:nvSpPr>
        <p:spPr>
          <a:xfrm>
            <a:off x="3976150" y="355218"/>
            <a:ext cx="217714" cy="13521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AD5807E-305E-66B9-C683-EBF16ED55194}"/>
                  </a:ext>
                </a:extLst>
              </p14:cNvPr>
              <p14:cNvContentPartPr/>
              <p14:nvPr/>
            </p14:nvContentPartPr>
            <p14:xfrm>
              <a:off x="1684779" y="1497009"/>
              <a:ext cx="11458" cy="11458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AD5807E-305E-66B9-C683-EBF16ED5519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308913" y="-508141"/>
                <a:ext cx="4010300" cy="4010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2F3C010-0844-1E60-924B-A88F036053E2}"/>
                  </a:ext>
                </a:extLst>
              </p14:cNvPr>
              <p14:cNvContentPartPr/>
              <p14:nvPr/>
            </p14:nvContentPartPr>
            <p14:xfrm>
              <a:off x="1320116" y="1410666"/>
              <a:ext cx="1879563" cy="391491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2F3C010-0844-1E60-924B-A88F036053E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57488" y="1347696"/>
                <a:ext cx="2005179" cy="51707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018826D-F424-EE26-037D-EAF36683DB04}"/>
              </a:ext>
            </a:extLst>
          </p:cNvPr>
          <p:cNvSpPr txBox="1"/>
          <p:nvPr/>
        </p:nvSpPr>
        <p:spPr>
          <a:xfrm>
            <a:off x="1294826" y="1478165"/>
            <a:ext cx="200526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Ví điện tử cho sinh viên</a:t>
            </a:r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6D794E6-609A-CF02-F77C-93E3E7631D2C}"/>
                  </a:ext>
                </a:extLst>
              </p14:cNvPr>
              <p14:cNvContentPartPr/>
              <p14:nvPr/>
            </p14:nvContentPartPr>
            <p14:xfrm>
              <a:off x="3476670" y="2461639"/>
              <a:ext cx="11458" cy="11458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6D794E6-609A-CF02-F77C-93E3E7631D2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71520" y="1797075"/>
                <a:ext cx="4010300" cy="13444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7D82220-5553-9A75-12C2-31D5917F1AE9}"/>
                  </a:ext>
                </a:extLst>
              </p14:cNvPr>
              <p14:cNvContentPartPr/>
              <p14:nvPr/>
            </p14:nvContentPartPr>
            <p14:xfrm>
              <a:off x="2079492" y="1944299"/>
              <a:ext cx="11458" cy="11458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7D82220-5553-9A75-12C2-31D5917F1AE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11109" y="-60851"/>
                <a:ext cx="1344405" cy="4010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F7E2159-E42C-6C5D-B417-91ECC42C882A}"/>
                  </a:ext>
                </a:extLst>
              </p14:cNvPr>
              <p14:cNvContentPartPr/>
              <p14:nvPr/>
            </p14:nvContentPartPr>
            <p14:xfrm>
              <a:off x="1745698" y="1834860"/>
              <a:ext cx="11458" cy="11458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F7E2159-E42C-6C5D-B417-91ECC42C882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247994" y="-170290"/>
                <a:ext cx="4010300" cy="4010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FD1D291-58F4-ECDA-65B5-E6F20EF48FF9}"/>
                  </a:ext>
                </a:extLst>
              </p14:cNvPr>
              <p14:cNvContentPartPr/>
              <p14:nvPr/>
            </p14:nvContentPartPr>
            <p14:xfrm>
              <a:off x="1724929" y="1479911"/>
              <a:ext cx="11458" cy="11458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FD1D291-58F4-ECDA-65B5-E6F20EF48FF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268763" y="-513781"/>
                <a:ext cx="4010300" cy="4010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717C8C0-F258-B78F-31C5-2BF2244FB183}"/>
                  </a:ext>
                </a:extLst>
              </p14:cNvPr>
              <p14:cNvContentPartPr/>
              <p14:nvPr/>
            </p14:nvContentPartPr>
            <p14:xfrm>
              <a:off x="1437568" y="1783341"/>
              <a:ext cx="11458" cy="11458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717C8C0-F258-B78F-31C5-2BF2244FB18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567582" y="-210351"/>
                <a:ext cx="4010300" cy="4010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209D0E3-743A-36C9-151A-67319F6C33F1}"/>
                  </a:ext>
                </a:extLst>
              </p14:cNvPr>
              <p14:cNvContentPartPr/>
              <p14:nvPr/>
            </p14:nvContentPartPr>
            <p14:xfrm>
              <a:off x="1614416" y="1783296"/>
              <a:ext cx="11458" cy="11458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209D0E3-743A-36C9-151A-67319F6C33F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46033" y="-221854"/>
                <a:ext cx="1344405" cy="4010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8594AA6-7C09-FF9C-C0CF-129001D7FE39}"/>
                  </a:ext>
                </a:extLst>
              </p14:cNvPr>
              <p14:cNvContentPartPr/>
              <p14:nvPr/>
            </p14:nvContentPartPr>
            <p14:xfrm>
              <a:off x="1616251" y="1783296"/>
              <a:ext cx="11458" cy="11458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8594AA6-7C09-FF9C-C0CF-129001D7FE3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377441" y="-221854"/>
                <a:ext cx="4010300" cy="4010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0FCB530-7E96-413E-4731-D48E8A968E20}"/>
                  </a:ext>
                </a:extLst>
              </p14:cNvPr>
              <p14:cNvContentPartPr/>
              <p14:nvPr/>
            </p14:nvContentPartPr>
            <p14:xfrm>
              <a:off x="1616251" y="1783296"/>
              <a:ext cx="11458" cy="11458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0FCB530-7E96-413E-4731-D48E8A968E2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377441" y="-221854"/>
                <a:ext cx="4010300" cy="4010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9FEC6BF-E461-7C14-14A3-8D15A93D5239}"/>
                  </a:ext>
                </a:extLst>
              </p14:cNvPr>
              <p14:cNvContentPartPr/>
              <p14:nvPr/>
            </p14:nvContentPartPr>
            <p14:xfrm>
              <a:off x="1616251" y="1783296"/>
              <a:ext cx="11458" cy="11458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9FEC6BF-E461-7C14-14A3-8D15A93D523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377441" y="-221854"/>
                <a:ext cx="4010300" cy="4010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2075E3B-F6E2-383F-DD66-098C4976F649}"/>
                  </a:ext>
                </a:extLst>
              </p14:cNvPr>
              <p14:cNvContentPartPr/>
              <p14:nvPr/>
            </p14:nvContentPartPr>
            <p14:xfrm>
              <a:off x="1616251" y="1783296"/>
              <a:ext cx="11458" cy="11458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2075E3B-F6E2-383F-DD66-098C4976F64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377441" y="-221854"/>
                <a:ext cx="4010300" cy="4010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B8E57D7-DF32-2738-C336-3A9726E92823}"/>
                  </a:ext>
                </a:extLst>
              </p14:cNvPr>
              <p14:cNvContentPartPr/>
              <p14:nvPr/>
            </p14:nvContentPartPr>
            <p14:xfrm>
              <a:off x="1616251" y="1783296"/>
              <a:ext cx="11458" cy="11458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B8E57D7-DF32-2738-C336-3A9726E9282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377441" y="-221854"/>
                <a:ext cx="4010300" cy="4010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5D34425-87B8-8833-9A7D-37D98D61008E}"/>
                  </a:ext>
                </a:extLst>
              </p14:cNvPr>
              <p14:cNvContentPartPr/>
              <p14:nvPr/>
            </p14:nvContentPartPr>
            <p14:xfrm>
              <a:off x="1616251" y="1783296"/>
              <a:ext cx="11458" cy="11458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5D34425-87B8-8833-9A7D-37D98D61008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377441" y="-221854"/>
                <a:ext cx="4010300" cy="4010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8288442-724F-8C43-11B4-7C0110F0A25A}"/>
                  </a:ext>
                </a:extLst>
              </p14:cNvPr>
              <p14:cNvContentPartPr/>
              <p14:nvPr/>
            </p14:nvContentPartPr>
            <p14:xfrm>
              <a:off x="1616251" y="1783296"/>
              <a:ext cx="11458" cy="11458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8288442-724F-8C43-11B4-7C0110F0A25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377441" y="-221854"/>
                <a:ext cx="4010300" cy="401030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43DE0615-6BC7-A43C-C55C-CD8C6D18DBB5}"/>
              </a:ext>
            </a:extLst>
          </p:cNvPr>
          <p:cNvSpPr txBox="1"/>
          <p:nvPr/>
        </p:nvSpPr>
        <p:spPr>
          <a:xfrm>
            <a:off x="1512541" y="170733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4E01171-AB28-0836-9317-6A50F159AC2E}"/>
                  </a:ext>
                </a:extLst>
              </p14:cNvPr>
              <p14:cNvContentPartPr/>
              <p14:nvPr/>
            </p14:nvContentPartPr>
            <p14:xfrm>
              <a:off x="2283851" y="4193014"/>
              <a:ext cx="11458" cy="11458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4E01171-AB28-0836-9317-6A50F159AC2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8701" y="2199322"/>
                <a:ext cx="4010300" cy="4010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D53EAA8-229C-05DC-3F2E-D2527B031AE6}"/>
                  </a:ext>
                </a:extLst>
              </p14:cNvPr>
              <p14:cNvContentPartPr/>
              <p14:nvPr/>
            </p14:nvContentPartPr>
            <p14:xfrm>
              <a:off x="8811117" y="3568774"/>
              <a:ext cx="510742" cy="281991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D53EAA8-229C-05DC-3F2E-D2527B031AE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748533" y="3505830"/>
                <a:ext cx="636269" cy="40752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3FCEFAB2-E808-759E-C46B-73A5853D3FEA}"/>
              </a:ext>
            </a:extLst>
          </p:cNvPr>
          <p:cNvSpPr txBox="1"/>
          <p:nvPr/>
        </p:nvSpPr>
        <p:spPr>
          <a:xfrm>
            <a:off x="8777323" y="3540722"/>
            <a:ext cx="66460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PayPX</a:t>
            </a:r>
          </a:p>
        </p:txBody>
      </p:sp>
    </p:spTree>
    <p:extLst>
      <p:ext uri="{BB962C8B-B14F-4D97-AF65-F5344CB8AC3E}">
        <p14:creationId xmlns:p14="http://schemas.microsoft.com/office/powerpoint/2010/main" val="4018529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384048" y="365760"/>
            <a:ext cx="82296" cy="60533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F375C"/>
                </a:solidFill>
                <a:latin typeface="Arial"/>
              </a:defRPr>
            </a:pPr>
            <a:r>
              <a:t>Doanh thu tăng 15% và duy trì đà tăng trong 5 tháng đầu năm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34440"/>
            <a:ext cx="3246120" cy="1234440"/>
          </a:xfrm>
          <a:prstGeom prst="rect">
            <a:avLst/>
          </a:prstGeom>
          <a:solidFill>
            <a:srgbClr val="F6F8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41732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5A5A5A"/>
                </a:solidFill>
                <a:latin typeface="Arial"/>
              </a:defRPr>
            </a:pPr>
            <a:r>
              <a:t>Doanh thu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56231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  <a:latin typeface="Arial"/>
              </a:defRPr>
            </a:pPr>
            <a:r>
              <a:t>12,45 tỷ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234440"/>
            <a:ext cx="3246120" cy="1234440"/>
          </a:xfrm>
          <a:prstGeom prst="rect">
            <a:avLst/>
          </a:prstGeom>
          <a:solidFill>
            <a:srgbClr val="F6F8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81144" y="141732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5A5A5A"/>
                </a:solidFill>
                <a:latin typeface="Arial"/>
              </a:defRPr>
            </a:pPr>
            <a:r>
              <a:t>Tổng chi phí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144" y="1856231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  <a:latin typeface="Arial"/>
              </a:defRPr>
            </a:pPr>
            <a:r>
              <a:t>7,28 tỷ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9871" y="1234440"/>
            <a:ext cx="3246120" cy="1234440"/>
          </a:xfrm>
          <a:prstGeom prst="rect">
            <a:avLst/>
          </a:prstGeom>
          <a:solidFill>
            <a:srgbClr val="F6F8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84463" y="141732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5A5A5A"/>
                </a:solidFill>
                <a:latin typeface="Arial"/>
              </a:defRPr>
            </a:pPr>
            <a:r>
              <a:t>Lợi nhuận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3" y="1856231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  <a:latin typeface="Arial"/>
              </a:defRPr>
            </a:pPr>
            <a:r>
              <a:t>5,17 tỷ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88920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4472C4"/>
                </a:solidFill>
                <a:latin typeface="Arial"/>
              </a:defRPr>
            </a:pPr>
            <a:r>
              <a:t>DOANH THU 5 THÁNG ĐẦU NĂM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3337560"/>
            <a:ext cx="169164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3493008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A5A5A"/>
                </a:solidFill>
                <a:latin typeface="Arial"/>
              </a:defRPr>
            </a:pPr>
            <a:r>
              <a:t>T01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986784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4472C4"/>
                </a:solidFill>
                <a:latin typeface="Arial"/>
              </a:defRPr>
            </a:pPr>
            <a:r>
              <a:t>7,28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07208" y="3337560"/>
            <a:ext cx="169164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98648" y="3493008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A5A5A"/>
                </a:solidFill>
                <a:latin typeface="Arial"/>
              </a:defRPr>
            </a:pPr>
            <a:r>
              <a:t>T02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3986784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4472C4"/>
                </a:solidFill>
                <a:latin typeface="Arial"/>
              </a:defRPr>
            </a:pPr>
            <a:r>
              <a:t>8,01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64608" y="3337560"/>
            <a:ext cx="169164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56048" y="3493008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A5A5A"/>
                </a:solidFill>
                <a:latin typeface="Arial"/>
              </a:defRPr>
            </a:pPr>
            <a:r>
              <a:t>T03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3986784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4472C4"/>
                </a:solidFill>
                <a:latin typeface="Arial"/>
              </a:defRPr>
            </a:pPr>
            <a:r>
              <a:t>9,36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22008" y="3337560"/>
            <a:ext cx="169164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13448" y="3493008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A5A5A"/>
                </a:solidFill>
                <a:latin typeface="Arial"/>
              </a:defRPr>
            </a:pPr>
            <a:r>
              <a:t>T04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3986784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4472C4"/>
                </a:solidFill>
                <a:latin typeface="Arial"/>
              </a:defRPr>
            </a:pPr>
            <a:r>
              <a:t>10,50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408" y="3337560"/>
            <a:ext cx="169164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70848" y="3493008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A5A5A"/>
                </a:solidFill>
                <a:latin typeface="Arial"/>
              </a:defRPr>
            </a:pPr>
            <a:r>
              <a:t>T05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0848" y="3986784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4472C4"/>
                </a:solidFill>
                <a:latin typeface="Arial"/>
              </a:defRPr>
            </a:pPr>
            <a:r>
              <a:t>12,45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919472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5A5A5A"/>
                </a:solidFill>
                <a:latin typeface="Arial"/>
              </a:defRPr>
            </a:pPr>
            <a:r>
              <a:t>Đơn vị: tỷ VND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892040"/>
            <a:ext cx="4251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000" b="1">
                <a:solidFill>
                  <a:srgbClr val="1F375C"/>
                </a:solidFill>
                <a:latin typeface="Arial"/>
              </a:defRPr>
            </a:pPr>
            <a:r>
              <a:t>Tăng 71% từ T01 đến T05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1F375C"/>
                </a:solidFill>
                <a:latin typeface="Arial"/>
              </a:defRPr>
            </a:pPr>
            <a:r>
              <a:t>Doanh thu tăng nhanh hơn chi phí trong tháng 05/2024.</a:t>
            </a:r>
          </a:p>
        </p:txBody>
      </p:sp>
    </p:spTree>
    <p:extLst>
      <p:ext uri="{BB962C8B-B14F-4D97-AF65-F5344CB8AC3E}">
        <p14:creationId xmlns:p14="http://schemas.microsoft.com/office/powerpoint/2010/main" val="894501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94360"/>
            <a:ext cx="109728" cy="54406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375C"/>
                </a:solidFill>
                <a:latin typeface="Arial"/>
              </a:defRPr>
            </a:pPr>
            <a:r>
              <a:t>Phí ngân hàng chiếm tỷ trọng lớn nhất trong chi phí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66751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E2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53619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1F375C"/>
                </a:solidFill>
                <a:latin typeface="Arial"/>
              </a:defRPr>
            </a:pPr>
            <a:r>
              <a:t>Phí ngân hàng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15361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4472C4"/>
                </a:solidFill>
                <a:latin typeface="Arial"/>
              </a:defRPr>
            </a:pPr>
            <a:r>
              <a:t>46%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423160"/>
            <a:ext cx="66751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E2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54203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1F375C"/>
                </a:solidFill>
                <a:latin typeface="Arial"/>
              </a:defRPr>
            </a:pPr>
            <a:r>
              <a:t>Vận hành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54203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4472C4"/>
                </a:solidFill>
                <a:latin typeface="Arial"/>
              </a:defRPr>
            </a:pPr>
            <a:r>
              <a:t>28%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429000"/>
            <a:ext cx="66751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E2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54787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1F375C"/>
                </a:solidFill>
                <a:latin typeface="Arial"/>
              </a:defRPr>
            </a:pPr>
            <a:r>
              <a:t>Marketing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35478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4472C4"/>
                </a:solidFill>
                <a:latin typeface="Arial"/>
              </a:defRPr>
            </a:pPr>
            <a:r>
              <a:t>16%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434840"/>
            <a:ext cx="66751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E2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5537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1F375C"/>
                </a:solidFill>
                <a:latin typeface="Arial"/>
              </a:defRPr>
            </a:pPr>
            <a:r>
              <a:t>Khác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455371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4472C4"/>
                </a:solidFill>
                <a:latin typeface="Arial"/>
              </a:defRPr>
            </a:pPr>
            <a:r>
              <a:t>10%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1417320"/>
            <a:ext cx="2926080" cy="3703320"/>
          </a:xfrm>
          <a:prstGeom prst="rect">
            <a:avLst/>
          </a:prstGeom>
          <a:solidFill>
            <a:srgbClr val="F2F5F9"/>
          </a:solidFill>
          <a:ln>
            <a:solidFill>
              <a:srgbClr val="E2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9640" y="1726922"/>
            <a:ext cx="250791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F375C"/>
                </a:solidFill>
                <a:latin typeface="Arial"/>
              </a:defRPr>
            </a:pPr>
            <a:r>
              <a:t>Hướng xử lý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106" y="2535476"/>
            <a:ext cx="2356564" cy="16312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3000" b="0">
                <a:solidFill>
                  <a:srgbClr val="5A5A5A"/>
                </a:solidFill>
                <a:latin typeface="Arial"/>
              </a:defRPr>
            </a:pPr>
            <a:r>
              <a:rPr sz="2000"/>
              <a:t>Giảm phí đối tác</a:t>
            </a:r>
            <a:br>
              <a:rPr sz="2000" dirty="0"/>
            </a:br>
            <a:br>
              <a:rPr sz="2000" dirty="0"/>
            </a:br>
            <a:r>
              <a:rPr sz="2000"/>
              <a:t>Tối ưu vận hành</a:t>
            </a:r>
            <a:br>
              <a:rPr sz="2000" dirty="0"/>
            </a:br>
            <a:br>
              <a:rPr sz="2000" dirty="0"/>
            </a:br>
            <a:r>
              <a:rPr sz="2000"/>
              <a:t>Kiểm soát ưu đãi</a:t>
            </a:r>
            <a:endParaRPr lang="en-US" sz="2000"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Màn hình rộng</PresentationFormat>
  <Paragraphs>0</Paragraphs>
  <Slides>3</Slides>
  <Notes>2</Notes>
  <HiddenSlides>0</HiddenSlides>
  <MMClips>0</MMClip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3</vt:i4>
      </vt:variant>
    </vt:vector>
  </HeadingPairs>
  <TitlesOfParts>
    <vt:vector size="4" baseType="lpstr">
      <vt:lpstr>Office Theme</vt:lpstr>
      <vt:lpstr>Bản trình bày PowerPoint</vt:lpstr>
      <vt:lpstr>Bản trình bày PowerPoint</vt:lpstr>
      <vt:lpstr>Bản trình bày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PayKX - Báo cáo lỗ lãi tháng 05/2024</dc:title>
  <dc:subject/>
  <dc:creator>Tran Manh Hoa D26TXCN06</dc:creator>
  <cp:keywords/>
  <dc:description>generated using python-pptx</dc:description>
  <cp:lastModifiedBy>Tran Manh Hoa D26TXCN06</cp:lastModifiedBy>
  <cp:revision>54</cp:revision>
  <dcterms:created xsi:type="dcterms:W3CDTF">2026-10-26T02:15:38Z</dcterms:created>
  <dcterms:modified xsi:type="dcterms:W3CDTF">2026-10-26T07:55:07Z</dcterms:modified>
  <cp:category/>
</cp:coreProperties>
</file>
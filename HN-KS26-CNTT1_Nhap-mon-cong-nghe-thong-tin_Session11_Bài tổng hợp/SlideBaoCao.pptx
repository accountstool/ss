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phiếu đã chuẩn hóa – bắt được mã S099 sai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93776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làm xong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Bỏ merge, xóa hàng trống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Đưa Tổng cộng ra ngoài vùng dữ liệu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Bật AutoFilter lọc Quá hạn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Thêm cột Tên sách (VLOOKUP)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S099 → Không tìm thấy sách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868680"/>
            <a:ext cx="3474720" cy="2011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960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Tình trạng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325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mượn     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 hạn          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trả             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─────────────────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               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063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cột (chọn Bar vì so sánh số lượng nhóm rời rạc)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474720"/>
            <a:ext cx="1280160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18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343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Đang mượn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3886200"/>
            <a:ext cx="1280160" cy="41148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3630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4343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Quá hạn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3886200"/>
            <a:ext cx="1280160" cy="411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36301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43434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trả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10/20/30: 1/10 slide  |  khoảng 2 phút trình bày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</dc:title>
  <dc:subject>Tiến độ đồ án</dc:subject>
  <dc:creator>SV</dc:creator>
  <cp:lastModifiedBy>SV</cp:lastModifiedBy>
  <cp:revision>1</cp:revision>
  <dcterms:created xsi:type="dcterms:W3CDTF">2026-10-19T10:26:53Z</dcterms:created>
  <dcterms:modified xsi:type="dcterms:W3CDTF">2026-10-19T10:26:53Z</dcterms:modified>
</cp:coreProperties>
</file>